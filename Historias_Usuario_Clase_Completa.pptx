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50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Historias de Usuario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s-MX"/>
              <a:t>dfbadfbadfbadfbdfb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Comprender</a:t>
            </a:r>
            <a:r>
              <a:rPr dirty="0"/>
              <a:t>, </a:t>
            </a:r>
            <a:r>
              <a:rPr dirty="0" err="1"/>
              <a:t>redactar</a:t>
            </a:r>
            <a:r>
              <a:rPr dirty="0"/>
              <a:t> y </a:t>
            </a:r>
            <a:r>
              <a:rPr dirty="0" err="1"/>
              <a:t>evaluar</a:t>
            </a:r>
            <a:r>
              <a:rPr dirty="0"/>
              <a:t> </a:t>
            </a:r>
            <a:r>
              <a:rPr dirty="0" err="1"/>
              <a:t>historias</a:t>
            </a:r>
            <a:r>
              <a:rPr dirty="0"/>
              <a:t> de </a:t>
            </a:r>
            <a:r>
              <a:rPr dirty="0" err="1"/>
              <a:t>usuario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una Historia de Usuario?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Descripción breve de una necesidad desde la perspectiva del usuario.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Como [rol] / Quiero [funcionalidad] / Para [beneficio].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Comunicación, enfoque al valor y adaptación al cambio.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Historias vs Requisitos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Comparación entre enfoque tradicional y ágil.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Descripción, criterios de aceptación, prioridad y estimación.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Épicas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Grandes funcionalidades que deben dividirse.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Incorrecto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Administrar todo el sistema escolar.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5699" y="274320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Como </a:t>
            </a:r>
            <a:r>
              <a:rPr dirty="0" err="1"/>
              <a:t>administrador</a:t>
            </a:r>
            <a:r>
              <a:rPr dirty="0"/>
              <a:t> </a:t>
            </a:r>
            <a:r>
              <a:rPr dirty="0" err="1"/>
              <a:t>quiero</a:t>
            </a:r>
            <a:r>
              <a:rPr dirty="0"/>
              <a:t> </a:t>
            </a:r>
            <a:r>
              <a:rPr dirty="0" err="1"/>
              <a:t>administrar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escolar.</a:t>
            </a:r>
          </a:p>
          <a:p>
            <a:r>
              <a:rPr dirty="0" err="1"/>
              <a:t>Problema</a:t>
            </a:r>
            <a:r>
              <a:rPr dirty="0"/>
              <a:t>: </a:t>
            </a:r>
            <a:r>
              <a:rPr dirty="0" err="1"/>
              <a:t>muy</a:t>
            </a:r>
            <a:r>
              <a:rPr dirty="0"/>
              <a:t> </a:t>
            </a:r>
            <a:r>
              <a:rPr dirty="0" err="1"/>
              <a:t>grande</a:t>
            </a:r>
            <a:r>
              <a:rPr dirty="0"/>
              <a:t>, </a:t>
            </a:r>
            <a:r>
              <a:rPr dirty="0" err="1"/>
              <a:t>ambiguo</a:t>
            </a:r>
            <a:r>
              <a:rPr dirty="0"/>
              <a:t> y </a:t>
            </a:r>
            <a:r>
              <a:rPr dirty="0" err="1"/>
              <a:t>difícil</a:t>
            </a:r>
            <a:r>
              <a:rPr dirty="0"/>
              <a:t> de </a:t>
            </a:r>
            <a:r>
              <a:rPr dirty="0" err="1"/>
              <a:t>estimar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Descomposición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Registrar, </a:t>
            </a:r>
            <a:r>
              <a:rPr dirty="0" err="1"/>
              <a:t>consultar</a:t>
            </a:r>
            <a:r>
              <a:rPr dirty="0"/>
              <a:t>, </a:t>
            </a:r>
            <a:r>
              <a:rPr dirty="0" err="1"/>
              <a:t>modificar</a:t>
            </a:r>
            <a:r>
              <a:rPr dirty="0"/>
              <a:t> y </a:t>
            </a:r>
            <a:r>
              <a:rPr dirty="0" err="1"/>
              <a:t>eliminar</a:t>
            </a:r>
            <a:r>
              <a:rPr dirty="0"/>
              <a:t> </a:t>
            </a:r>
            <a:r>
              <a:rPr dirty="0" err="1"/>
              <a:t>alumnos</a:t>
            </a:r>
            <a:r>
              <a:rPr dirty="0"/>
              <a:t>.</a:t>
            </a:r>
            <a:r>
              <a:rPr lang="es-MX" dirty="0"/>
              <a:t>  Epic01-gestión Alumnos </a:t>
            </a:r>
            <a:r>
              <a:rPr lang="es-MX" dirty="0" err="1"/>
              <a:t>Epic</a:t>
            </a:r>
            <a:r>
              <a:rPr lang="es-MX" dirty="0"/>
              <a:t> 02.-Gestión de Usuarios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01037" y="3429000"/>
            <a:ext cx="42278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E01</a:t>
            </a:r>
            <a:r>
              <a:rPr dirty="0"/>
              <a:t>-</a:t>
            </a:r>
            <a:r>
              <a:rPr lang="es-MX" dirty="0"/>
              <a:t>HU</a:t>
            </a:r>
            <a:r>
              <a:rPr dirty="0"/>
              <a:t>01 Registrar </a:t>
            </a:r>
            <a:r>
              <a:rPr dirty="0" err="1"/>
              <a:t>alumno</a:t>
            </a:r>
            <a:r>
              <a:rPr lang="es-MX" dirty="0"/>
              <a:t> (Juan Pablo </a:t>
            </a:r>
            <a:r>
              <a:rPr lang="es-MX" dirty="0" err="1"/>
              <a:t>Spiller</a:t>
            </a:r>
            <a:r>
              <a:rPr lang="es-MX" dirty="0"/>
              <a:t>) </a:t>
            </a:r>
            <a:endParaRPr dirty="0"/>
          </a:p>
          <a:p>
            <a:r>
              <a:rPr lang="es-MX" dirty="0"/>
              <a:t>E01</a:t>
            </a:r>
            <a:r>
              <a:rPr dirty="0"/>
              <a:t>-</a:t>
            </a:r>
            <a:r>
              <a:rPr lang="es-MX" dirty="0"/>
              <a:t>HU</a:t>
            </a:r>
            <a:r>
              <a:rPr dirty="0"/>
              <a:t>02 </a:t>
            </a:r>
            <a:r>
              <a:rPr dirty="0" err="1"/>
              <a:t>Consultar</a:t>
            </a:r>
            <a:r>
              <a:rPr dirty="0"/>
              <a:t> </a:t>
            </a:r>
            <a:r>
              <a:rPr dirty="0" err="1"/>
              <a:t>alumno</a:t>
            </a:r>
            <a:r>
              <a:rPr lang="es-MX" dirty="0"/>
              <a:t> (Juan Pablo </a:t>
            </a:r>
            <a:r>
              <a:rPr lang="es-MX" dirty="0" err="1"/>
              <a:t>Spiller</a:t>
            </a:r>
            <a:r>
              <a:rPr lang="es-MX" dirty="0"/>
              <a:t>)</a:t>
            </a:r>
            <a:endParaRPr dirty="0"/>
          </a:p>
          <a:p>
            <a:r>
              <a:rPr lang="es-MX" dirty="0"/>
              <a:t>E01</a:t>
            </a:r>
            <a:r>
              <a:rPr dirty="0"/>
              <a:t>-</a:t>
            </a:r>
            <a:r>
              <a:rPr lang="es-MX" dirty="0"/>
              <a:t>HU</a:t>
            </a:r>
            <a:r>
              <a:rPr dirty="0"/>
              <a:t>03 </a:t>
            </a:r>
            <a:r>
              <a:rPr dirty="0" err="1"/>
              <a:t>Modificar</a:t>
            </a:r>
            <a:r>
              <a:rPr dirty="0"/>
              <a:t> </a:t>
            </a:r>
            <a:r>
              <a:rPr dirty="0" err="1"/>
              <a:t>alumno</a:t>
            </a:r>
            <a:r>
              <a:rPr lang="es-MX" dirty="0"/>
              <a:t>(Juan Pablo </a:t>
            </a:r>
            <a:r>
              <a:rPr lang="es-MX" dirty="0" err="1"/>
              <a:t>Spiller</a:t>
            </a:r>
            <a:r>
              <a:rPr lang="es-MX" dirty="0"/>
              <a:t>)</a:t>
            </a:r>
            <a:endParaRPr dirty="0"/>
          </a:p>
          <a:p>
            <a:r>
              <a:rPr lang="es-MX" dirty="0"/>
              <a:t>E01-</a:t>
            </a:r>
            <a:r>
              <a:rPr dirty="0"/>
              <a:t>HU04 </a:t>
            </a:r>
            <a:r>
              <a:rPr dirty="0" err="1"/>
              <a:t>Eliminar</a:t>
            </a:r>
            <a:r>
              <a:rPr dirty="0"/>
              <a:t> </a:t>
            </a:r>
            <a:r>
              <a:rPr dirty="0" err="1"/>
              <a:t>alumno</a:t>
            </a:r>
            <a:r>
              <a:rPr lang="es-MX" dirty="0"/>
              <a:t> (Juan Pablo </a:t>
            </a:r>
            <a:r>
              <a:rPr lang="es-MX" dirty="0" err="1"/>
              <a:t>Spiller</a:t>
            </a:r>
            <a:r>
              <a:rPr lang="es-MX" dirty="0"/>
              <a:t>)</a:t>
            </a:r>
            <a:endParaRPr dirty="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BDF47A5C-3772-4999-9CA2-910BF9523D15}"/>
              </a:ext>
            </a:extLst>
          </p:cNvPr>
          <p:cNvSpPr txBox="1"/>
          <p:nvPr/>
        </p:nvSpPr>
        <p:spPr>
          <a:xfrm>
            <a:off x="4756933" y="3328504"/>
            <a:ext cx="42278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E02</a:t>
            </a:r>
            <a:r>
              <a:rPr dirty="0"/>
              <a:t>-</a:t>
            </a:r>
            <a:r>
              <a:rPr lang="es-MX" dirty="0"/>
              <a:t>HU</a:t>
            </a:r>
            <a:r>
              <a:rPr dirty="0"/>
              <a:t>01 Registrar </a:t>
            </a:r>
            <a:r>
              <a:rPr lang="es-MX" dirty="0"/>
              <a:t>Usuarios(Daniel) </a:t>
            </a:r>
            <a:endParaRPr dirty="0"/>
          </a:p>
          <a:p>
            <a:r>
              <a:rPr lang="es-MX" dirty="0"/>
              <a:t>E02</a:t>
            </a:r>
            <a:r>
              <a:rPr dirty="0"/>
              <a:t>-</a:t>
            </a:r>
            <a:r>
              <a:rPr lang="es-MX" dirty="0"/>
              <a:t>HU</a:t>
            </a:r>
            <a:r>
              <a:rPr dirty="0"/>
              <a:t>02 </a:t>
            </a:r>
            <a:r>
              <a:rPr dirty="0" err="1"/>
              <a:t>Consultar</a:t>
            </a:r>
            <a:r>
              <a:rPr dirty="0"/>
              <a:t> </a:t>
            </a:r>
            <a:r>
              <a:rPr lang="es-MX" dirty="0"/>
              <a:t>Usuario (Daniel)</a:t>
            </a:r>
            <a:endParaRPr dirty="0"/>
          </a:p>
          <a:p>
            <a:r>
              <a:rPr lang="es-MX" dirty="0"/>
              <a:t>E02</a:t>
            </a:r>
            <a:r>
              <a:rPr dirty="0"/>
              <a:t>-</a:t>
            </a:r>
            <a:r>
              <a:rPr lang="es-MX" dirty="0"/>
              <a:t>HU</a:t>
            </a:r>
            <a:r>
              <a:rPr dirty="0"/>
              <a:t>03 </a:t>
            </a:r>
            <a:r>
              <a:rPr dirty="0" err="1"/>
              <a:t>Modificar</a:t>
            </a:r>
            <a:r>
              <a:rPr dirty="0"/>
              <a:t> </a:t>
            </a:r>
            <a:r>
              <a:rPr lang="es-MX" dirty="0"/>
              <a:t>Usuario(Daniel)</a:t>
            </a:r>
            <a:endParaRPr dirty="0"/>
          </a:p>
          <a:p>
            <a:r>
              <a:rPr lang="es-MX" dirty="0"/>
              <a:t>E02-</a:t>
            </a:r>
            <a:r>
              <a:rPr dirty="0"/>
              <a:t>HU04 </a:t>
            </a:r>
            <a:r>
              <a:rPr dirty="0" err="1"/>
              <a:t>Eliminar</a:t>
            </a:r>
            <a:r>
              <a:rPr dirty="0"/>
              <a:t> </a:t>
            </a:r>
            <a:r>
              <a:rPr lang="es-MX" dirty="0"/>
              <a:t>Usuario (Daniel)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211</Words>
  <Application>Microsoft Office PowerPoint</Application>
  <PresentationFormat>Presentación en pantalla (4:3)</PresentationFormat>
  <Paragraphs>30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Historias de Usuario</vt:lpstr>
      <vt:lpstr>Objetivos de Aprendizaje</vt:lpstr>
      <vt:lpstr>¿Qué es una Historia de Usuario?</vt:lpstr>
      <vt:lpstr>Estructura</vt:lpstr>
      <vt:lpstr>Beneficios</vt:lpstr>
      <vt:lpstr>Historias vs Requisitos</vt:lpstr>
      <vt:lpstr>Componentes</vt:lpstr>
      <vt:lpstr>Épicas</vt:lpstr>
      <vt:lpstr>Ejemplo Incorrecto</vt:lpstr>
      <vt:lpstr>Descomposición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Historias de Usuario</dc:title>
  <dc:subject/>
  <dc:creator/>
  <cp:keywords/>
  <dc:description>generated using python-pptx</dc:description>
  <cp:lastModifiedBy>UTS2026</cp:lastModifiedBy>
  <cp:revision>6</cp:revision>
  <dcterms:created xsi:type="dcterms:W3CDTF">2013-01-27T09:14:16Z</dcterms:created>
  <dcterms:modified xsi:type="dcterms:W3CDTF">2026-07-14T18:35:50Z</dcterms:modified>
  <cp:category/>
</cp:coreProperties>
</file>